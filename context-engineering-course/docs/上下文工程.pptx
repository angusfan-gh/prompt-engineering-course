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上下文工程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97B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0" y="3566160"/>
            <a:ext cx="2743200" cy="4572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AI应用开发核心课程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>
  <ns0:cSld name="Slide 2">
    <ns0:bg>
      <ns0:bgPr>
        <a:solidFill>
          <a:srgbClr val="F5F5F5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ns0:spPr>
      </ns0:sp>
      <ns0:sp>
        <ns0:nvSpPr>
          <ns0:cNvPr id="3" name="Text 1"/>
          <ns0:cNvSpPr/>
          <ns0:nvPr/>
        </ns0:nvSpPr>
        <ns0:spPr>
          <a:xfrm>
            <a:off x="457200" y="182880"/>
            <a:ext cx="8229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课程大纲</a:t>
            </a:r>
            <a:endParaRPr lang="en-US" sz="28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914400" y="1371600"/>
            <a:ext cx="7315200" cy="3200400"/>
          </a:xfrm>
          <a:prstGeom prst="rect">
            <a:avLst/>
          </a:prstGeom>
          <a:noFill/>
          <a:ln/>
        </ns0:spPr>
        <ns0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什么是上下文工程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上下文管理基础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记忆系统架构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检索增强生成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上下文注入技术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最佳实践、Notebook与案例</a:t>
            </a:r>
            <a:endParaRPr lang="en-US" sz="2200" dirty="0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什么是上下文工程？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上下文工程是</a:t>
            </a:r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设计、构建和管理AI系统上下文</a:t>
            </a:r>
            <a:pPr indent="0" marL="0">
              <a:buNone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的工程实践。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管理对话历史和状态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控制上下文窗口的有效利用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优化token使用成本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确保AI响应的相关性和准确性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为什么上下文重要？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51760" cy="5486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相关性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AI需要理解当前对话的完整背景，才能提供准确的回答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188720"/>
            <a:ext cx="2651760" cy="5486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234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29000" y="192024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保持对话连贯性，避免前后矛盾或重复询问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88720"/>
            <a:ext cx="2651760" cy="5486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234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合理利用有限的上下文窗口，降低延迟和成本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上下文管理基础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上下文生命周期管理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→ 累积 → 压缩 → 清除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滑动窗口策略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保留最近N轮对话，自动丢弃旧内容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重要性加权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根据消息类型和时间重要性动态调整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记忆系统架构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743200" cy="914400"/>
          </a:xfrm>
          <a:prstGeom prst="rect">
            <a:avLst/>
          </a:prstGeom>
          <a:solidFill>
            <a:srgbClr val="97BC62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短时记忆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当前对话窗口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03120" y="2194560"/>
            <a:ext cx="0" cy="274320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68880"/>
            <a:ext cx="2743200" cy="914400"/>
          </a:xfrm>
          <a:prstGeom prst="rect">
            <a:avLst/>
          </a:prstGeom>
          <a:solidFill>
            <a:srgbClr val="7BA05B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工作记忆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会话期间重要信息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03120" y="3383280"/>
            <a:ext cx="0" cy="274320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657600"/>
            <a:ext cx="2743200" cy="914400"/>
          </a:xfrm>
          <a:prstGeom prst="rect">
            <a:avLst/>
          </a:prstGeom>
          <a:solidFill>
            <a:srgbClr val="2C5F2D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长时记忆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持久化存储知识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13716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核心组件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记忆存储层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检索索引系统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记忆压缩模块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遗忘机制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记忆类型详解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37160" cy="10058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188720"/>
            <a:ext cx="80924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语义记忆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事实性知识、概念定义、通用常识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137160" cy="10058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2423160"/>
            <a:ext cx="80924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560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情景记忆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具体事件、对话经历、用户偏好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137160" cy="10058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3657600"/>
            <a:ext cx="80924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程序记忆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操作流程、技能方法、执行策略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检索增强生成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B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结合检索系统与语言模型，突破知识截止限制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工作流程：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用户查询 → 2. 向量检索 → 3. 上下文增强 → 4. LLM生成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优势：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实时知识更新  • 减少幻觉  • 提高可溯源性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系统组件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文档、数据库、API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分块处理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文本分割、语义分块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0" y="17830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Embedding模型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17520"/>
            <a:ext cx="26517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63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向量数据库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Milvus、Pinecone等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9184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3017520"/>
            <a:ext cx="26517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3291840" y="3063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38328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相似度搜索、重排序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3017520"/>
            <a:ext cx="26517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3063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1792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LLM推理引擎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上下文注入技术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B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Injection Methods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直接注入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将上下文直接拼接至prompt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514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压缩注入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摘要压缩后注入，减少token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832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动态注入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根据查询意图选择性注入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251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分层注入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先检索后精调，层层过滤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工程与上下文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Prompt 设计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定义AI角色、知识范围、响应格式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Few-shot Examples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通过示例引导AI理解任务模式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上下文格式化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结构化输出、JSON格式、清晰分隔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上下文窗口管理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预算规划策略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109728" cy="13716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预留空间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为系统指令和检索结果预留固定token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4023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554480"/>
            <a:ext cx="109728" cy="13716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737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根据对话阶段调整用户/AI比例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00400"/>
            <a:ext cx="109728" cy="13716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溢出处理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超过阈值时触发摘要或截断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200400"/>
            <a:ext cx="109728" cy="13716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成本监控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02920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追踪token消耗，优化利用率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最佳实践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保持上下文简洁，避免冗余信息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使用结构化格式提高可读性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定期清理无用对话历史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监控token使用，控制成本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根据场景选择合适的上下文策略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测试不同上下文配置的效果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40233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智能客服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多轮对话理解、个性化服务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40233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234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代码助手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37760" y="18288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项目上下文、代码解释生成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17520"/>
            <a:ext cx="40233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文档助手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长文档摘要、问答系统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017520"/>
            <a:ext cx="402336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3063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37760" y="36576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上下文理解、数据可视化建议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ns0:sld xmlns:a="http://schemas.openxmlformats.org/drawingml/2006/main" xmlns:ns0="http://schemas.openxmlformats.org/presentationml/2006/main">
  <ns0:cSld name="Slide 15">
    <ns0:bg>
      <ns0:bgPr>
        <a:solidFill>
          <a:srgbClr val="2C5F2D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457200" y="731520"/>
            <a:ext cx="8229600" cy="731520"/>
          </a:xfrm>
          <a:prstGeom prst="rect">
            <a:avLst/>
          </a:prstGeom>
          <a:noFill/>
          <a:ln/>
        </ns0:spPr>
        <ns0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3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3200400" y="1463040"/>
            <a:ext cx="2743200" cy="45720"/>
          </a:xfrm>
          <a:prstGeom prst="rect">
            <a:avLst/>
          </a:prstGeom>
          <a:solidFill>
            <a:srgbClr val="97BC62"/>
          </a:solidFill>
          <a:ln/>
        </ns0:spPr>
      </ns0:sp>
      <ns0:sp>
        <ns0:nvSpPr>
          <ns0:cNvPr id="4" name="Text 2"/>
          <ns0:cNvSpPr/>
          <ns0:nvPr/>
        </ns0:nvSpPr>
        <ns0:spPr>
          <a:xfrm>
            <a:off x="457200" y="1828800"/>
            <a:ext cx="8229600" cy="2286000"/>
          </a:xfrm>
          <a:prstGeom prst="rect">
            <a:avLst/>
          </a:prstGeom>
          <a:noFill/>
          <a:ln/>
        </ns0:spPr>
        <ns0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上下文工程是构建可靠LLM应用的基础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F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5F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掌握记忆系统、RAG、压缩与上下文注入技术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F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5F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Notebook演示上下文分层、RAG评估、引用与冲突检查</a:t>
            </a:r>
            <a:endParaRPr lang="en-US" sz="2200" dirty="0"/>
          </a:p>
        </ns0:txBody>
      </ns0:sp>
      <ns0:sp>
        <ns0:nvSpPr>
          <ns0:cNvPr id="5" name="Text 3"/>
          <ns0:cNvSpPr/>
          <ns0:nvPr/>
        </ns0:nvSpPr>
        <ns0:spPr>
          <a:xfrm>
            <a:off x="457200" y="4114800"/>
            <a:ext cx="8229600" cy="731520"/>
          </a:xfrm>
          <a:prstGeom prst="rect">
            <a:avLst/>
          </a:prstGeom>
          <a:noFill/>
          <a:ln/>
        </ns0:spPr>
        <ns0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演示：examples/context_engineering_complete.ipynb</a:t>
            </a:r>
            <a:endParaRPr lang="en-US" sz="2800" dirty="0"/>
          </a:p>
        </ns0:txBody>
      </ns0:sp>
    </ns0:spTree>
  </ns0:cSld>
  <ns0:clrMapOvr>
    <a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上下文工程 Context Engineering</dc:title>
  <dc:subject>PptxGenJS Presentation</dc:subject>
  <dc:creator>Context Engineering Course</dc:creator>
  <cp:lastModifiedBy>Context Engineering Course</cp:lastModifiedBy>
  <cp:revision>1</cp:revision>
  <dcterms:created xsi:type="dcterms:W3CDTF">2026-05-11T00:02:08Z</dcterms:created>
  <dcterms:modified xsi:type="dcterms:W3CDTF">2026-05-11T00:02:08Z</dcterms:modified>
</cp:coreProperties>
</file>